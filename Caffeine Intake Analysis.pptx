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9" r:id="rId4"/>
    <p:sldMasterId id="214748369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y="5143500" cx="9144000"/>
  <p:notesSz cx="6858000" cy="9144000"/>
  <p:embeddedFontLst>
    <p:embeddedFont>
      <p:font typeface="DM Sans Medium"/>
      <p:regular r:id="rId14"/>
      <p:bold r:id="rId15"/>
      <p:italic r:id="rId16"/>
      <p:boldItalic r:id="rId17"/>
    </p:embeddedFont>
    <p:embeddedFont>
      <p:font typeface="Merriweather"/>
      <p:regular r:id="rId18"/>
      <p:bold r:id="rId19"/>
      <p:italic r:id="rId20"/>
      <p:boldItalic r:id="rId21"/>
    </p:embeddedFont>
    <p:embeddedFont>
      <p:font typeface="DM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Merriweather-italic.fntdata"/><Relationship Id="rId22" Type="http://schemas.openxmlformats.org/officeDocument/2006/relationships/font" Target="fonts/DMSans-regular.fntdata"/><Relationship Id="rId21" Type="http://schemas.openxmlformats.org/officeDocument/2006/relationships/font" Target="fonts/Merriweather-boldItalic.fntdata"/><Relationship Id="rId24" Type="http://schemas.openxmlformats.org/officeDocument/2006/relationships/font" Target="fonts/DMSans-italic.fntdata"/><Relationship Id="rId23" Type="http://schemas.openxmlformats.org/officeDocument/2006/relationships/font" Target="fonts/DMSans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5" Type="http://schemas.openxmlformats.org/officeDocument/2006/relationships/font" Target="fonts/DMSans-boldItalic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font" Target="fonts/DMSansMedium-bold.fntdata"/><Relationship Id="rId14" Type="http://schemas.openxmlformats.org/officeDocument/2006/relationships/font" Target="fonts/DMSansMedium-regular.fntdata"/><Relationship Id="rId17" Type="http://schemas.openxmlformats.org/officeDocument/2006/relationships/font" Target="fonts/DMSansMedium-boldItalic.fntdata"/><Relationship Id="rId16" Type="http://schemas.openxmlformats.org/officeDocument/2006/relationships/font" Target="fonts/DMSansMedium-italic.fntdata"/><Relationship Id="rId19" Type="http://schemas.openxmlformats.org/officeDocument/2006/relationships/font" Target="fonts/Merriweather-bold.fntdata"/><Relationship Id="rId18" Type="http://schemas.openxmlformats.org/officeDocument/2006/relationships/font" Target="fonts/Merriweather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da9a153cc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3da9a153cc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da9a153cc4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3da9a153cc4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da9a153cc4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da9a153cc4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da9a153cc4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da9a153cc4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da9a153cc4_0_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3da9a153cc4_0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da9a153cc4_0_4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3da9a153cc4_0_4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da9a153cc4_0_2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3da9a153cc4_0_2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4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_HEADER_1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_AND_BODY_1_1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/>
        </p:txBody>
      </p:sp>
      <p:sp>
        <p:nvSpPr>
          <p:cNvPr id="63" name="Google Shape;6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_AND_TWO_COLUMNS_1_1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_ONLY_1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_1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_1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_1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_1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_1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79400" lvl="1" marL="914400" algn="ctr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92100" lvl="2" marL="13716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CUSTOM_7_1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5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/>
        </p:txBody>
      </p:sp>
      <p:sp>
        <p:nvSpPr>
          <p:cNvPr id="97" name="Google Shape;97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99" name="Google Shape;99;p25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00" name="Google Shape;100;p25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01" name="Google Shape;101;p25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02" name="Google Shape;102;p25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03" name="Google Shape;103;p25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CUSTOM_8_1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/>
        </p:txBody>
      </p:sp>
      <p:sp>
        <p:nvSpPr>
          <p:cNvPr id="106" name="Google Shape;106;p26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07" name="Google Shape;107;p26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CUSTOM_1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1" name="Google Shape;111;p27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12" name="Google Shape;112;p27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13" name="Google Shape;113;p27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14" name="Google Shape;114;p27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15" name="Google Shape;115;p27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CUSTOM_2_2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8" name="Google Shape;118;p28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19" name="Google Shape;119;p28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20" name="Google Shape;120;p28"/>
          <p:cNvSpPr txBox="1"/>
          <p:nvPr>
            <p:ph idx="3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21" name="Google Shape;121;p28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22" name="Google Shape;122;p28"/>
          <p:cNvSpPr txBox="1"/>
          <p:nvPr>
            <p:ph idx="4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23" name="Google Shape;123;p28"/>
          <p:cNvSpPr txBox="1"/>
          <p:nvPr>
            <p:ph idx="5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24" name="Google Shape;124;p28"/>
          <p:cNvSpPr txBox="1"/>
          <p:nvPr>
            <p:ph idx="6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CUSTOM_3_1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7" name="Google Shape;127;p29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28" name="Google Shape;128;p29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29" name="Google Shape;129;p29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30" name="Google Shape;130;p29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31" name="Google Shape;131;p29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32" name="Google Shape;132;p29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33" name="Google Shape;133;p29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34" name="Google Shape;134;p29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35" name="Google Shape;135;p29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_ONLY_1_1"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/>
        </p:txBody>
      </p:sp>
      <p:sp>
        <p:nvSpPr>
          <p:cNvPr id="138" name="Google Shape;138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9" name="Google Shape;139;p30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CUSTOM_4_1"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31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2" name="Google Shape;142;p31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143" name="Google Shape;143;p31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144" name="Google Shape;144;p31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5" name="Google Shape;145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6" name="Google Shape;146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/>
        </p:txBody>
      </p:sp>
      <p:sp>
        <p:nvSpPr>
          <p:cNvPr id="147" name="Google Shape;147;p31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48" name="Google Shape;148;p31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CUSTOM_4_1_1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2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51" name="Google Shape;151;p32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52" name="Google Shape;152;p32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53" name="Google Shape;153;p32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54" name="Google Shape;154;p32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55" name="Google Shape;155;p32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56" name="Google Shape;156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7" name="Google Shape;157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/>
        </p:txBody>
      </p:sp>
      <p:sp>
        <p:nvSpPr>
          <p:cNvPr id="158" name="Google Shape;158;p32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59" name="Google Shape;159;p32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60" name="Google Shape;160;p32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CUSTOM_5_1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3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  <p:sp>
        <p:nvSpPr>
          <p:cNvPr id="163" name="Google Shape;163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CUSTOM_6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6" name="Google Shape;166;p34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67" name="Google Shape;167;p34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68" name="Google Shape;168;p34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69" name="Google Shape;169;p34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0" name="Google Shape;170;p34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1" name="Google Shape;171;p34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2" name="Google Shape;172;p34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/>
        </p:txBody>
      </p:sp>
      <p:sp>
        <p:nvSpPr>
          <p:cNvPr id="173" name="Google Shape;173;p34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4" name="Google Shape;174;p34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5" name="Google Shape;175;p34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title slide" type="title">
  <p:cSld name="TITLE">
    <p:bg>
      <p:bgPr>
        <a:solidFill>
          <a:schemeClr val="dk1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5"/>
          <p:cNvSpPr txBox="1"/>
          <p:nvPr>
            <p:ph idx="1" type="body"/>
          </p:nvPr>
        </p:nvSpPr>
        <p:spPr>
          <a:xfrm>
            <a:off x="196951" y="4737750"/>
            <a:ext cx="18603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5"/>
          <p:cNvSpPr txBox="1"/>
          <p:nvPr>
            <p:ph type="ctrTitle"/>
          </p:nvPr>
        </p:nvSpPr>
        <p:spPr>
          <a:xfrm>
            <a:off x="196950" y="223825"/>
            <a:ext cx="8011800" cy="18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750"/>
              <a:buNone/>
              <a:defRPr sz="675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9" name="Google Shape;179;p35"/>
          <p:cNvSpPr txBox="1"/>
          <p:nvPr>
            <p:ph idx="2" type="subTitle"/>
          </p:nvPr>
        </p:nvSpPr>
        <p:spPr>
          <a:xfrm>
            <a:off x="196950" y="2171250"/>
            <a:ext cx="3986700" cy="55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50"/>
              <a:buFont typeface="DM Sans Medium"/>
              <a:buNone/>
              <a:defRPr sz="1850">
                <a:solidFill>
                  <a:schemeClr val="lt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0" name="Google Shape;180;p35"/>
          <p:cNvSpPr/>
          <p:nvPr>
            <p:ph idx="3" type="pic"/>
          </p:nvPr>
        </p:nvSpPr>
        <p:spPr>
          <a:xfrm>
            <a:off x="4437578" y="2171250"/>
            <a:ext cx="4509600" cy="2775600"/>
          </a:xfrm>
          <a:prstGeom prst="round2DiagRect">
            <a:avLst>
              <a:gd fmla="val 16667" name="adj1"/>
              <a:gd fmla="val 0" name="adj2"/>
            </a:avLst>
          </a:prstGeom>
          <a:noFill/>
          <a:ln>
            <a:noFill/>
          </a:ln>
        </p:spPr>
      </p:sp>
      <p:sp>
        <p:nvSpPr>
          <p:cNvPr id="181" name="Google Shape;181;p35"/>
          <p:cNvSpPr txBox="1"/>
          <p:nvPr>
            <p:ph idx="4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1pPr>
            <a:lvl2pPr indent="-279400" lvl="1" marL="914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indent="-279400" lvl="2" marL="13716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3pPr>
            <a:lvl4pPr indent="-279400" lvl="3" marL="18288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4pPr>
            <a:lvl5pPr indent="-279400" lvl="4" marL="22860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5pPr>
            <a:lvl6pPr indent="-279400" lvl="5" marL="27432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6pPr>
            <a:lvl7pPr indent="-279400" lvl="6" marL="3200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7pPr>
            <a:lvl8pPr indent="-279400" lvl="7" marL="36576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8pPr>
            <a:lvl9pPr indent="-279400" lvl="8" marL="41148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number" type="secHead">
  <p:cSld name="SECTION_HEADER"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6"/>
          <p:cNvSpPr txBox="1"/>
          <p:nvPr>
            <p:ph type="title"/>
          </p:nvPr>
        </p:nvSpPr>
        <p:spPr>
          <a:xfrm>
            <a:off x="511953" y="588599"/>
            <a:ext cx="74643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50"/>
              <a:buNone/>
              <a:defRPr sz="365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84" name="Google Shape;184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5" name="Google Shape;185;p36"/>
          <p:cNvSpPr txBox="1"/>
          <p:nvPr>
            <p:ph idx="2" type="title"/>
          </p:nvPr>
        </p:nvSpPr>
        <p:spPr>
          <a:xfrm>
            <a:off x="511953" y="1430399"/>
            <a:ext cx="74643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50"/>
              <a:buNone/>
              <a:defRPr sz="365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86" name="Google Shape;186;p36"/>
          <p:cNvSpPr txBox="1"/>
          <p:nvPr>
            <p:ph idx="3" type="title"/>
          </p:nvPr>
        </p:nvSpPr>
        <p:spPr>
          <a:xfrm>
            <a:off x="511953" y="2272199"/>
            <a:ext cx="74643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50"/>
              <a:buNone/>
              <a:defRPr sz="365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87" name="Google Shape;187;p36"/>
          <p:cNvSpPr txBox="1"/>
          <p:nvPr>
            <p:ph idx="4" type="title"/>
          </p:nvPr>
        </p:nvSpPr>
        <p:spPr>
          <a:xfrm>
            <a:off x="511953" y="3113999"/>
            <a:ext cx="74643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50"/>
              <a:buNone/>
              <a:defRPr sz="365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88" name="Google Shape;188;p36"/>
          <p:cNvSpPr txBox="1"/>
          <p:nvPr>
            <p:ph idx="5" type="title"/>
          </p:nvPr>
        </p:nvSpPr>
        <p:spPr>
          <a:xfrm>
            <a:off x="511953" y="3955799"/>
            <a:ext cx="74643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50"/>
              <a:buNone/>
              <a:defRPr sz="365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89" name="Google Shape;189;p36"/>
          <p:cNvSpPr txBox="1"/>
          <p:nvPr>
            <p:ph idx="1" type="body"/>
          </p:nvPr>
        </p:nvSpPr>
        <p:spPr>
          <a:xfrm>
            <a:off x="196951" y="196725"/>
            <a:ext cx="18603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90" name="Google Shape;190;p36"/>
          <p:cNvSpPr txBox="1"/>
          <p:nvPr>
            <p:ph idx="6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indent="-279400" lvl="1" marL="914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indent="-279400" lvl="2" marL="13716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indent="-279400" lvl="3" marL="18288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indent="-279400" lvl="4" marL="22860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indent="-279400" lvl="5" marL="27432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indent="-279400" lvl="6" marL="3200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indent="-279400" lvl="7" marL="36576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indent="-279400" lvl="8" marL="41148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1" type="tx">
  <p:cSld name="TITLE_AND_BODY"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3" name="Google Shape;193;p37"/>
          <p:cNvSpPr txBox="1"/>
          <p:nvPr>
            <p:ph idx="1" type="subTitle"/>
          </p:nvPr>
        </p:nvSpPr>
        <p:spPr>
          <a:xfrm>
            <a:off x="975300" y="1864050"/>
            <a:ext cx="7193400" cy="1415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/>
        </p:txBody>
      </p:sp>
      <p:sp>
        <p:nvSpPr>
          <p:cNvPr id="194" name="Google Shape;194;p37"/>
          <p:cNvSpPr txBox="1"/>
          <p:nvPr>
            <p:ph idx="2" type="body"/>
          </p:nvPr>
        </p:nvSpPr>
        <p:spPr>
          <a:xfrm>
            <a:off x="196951" y="196725"/>
            <a:ext cx="18591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95" name="Google Shape;195;p37"/>
          <p:cNvSpPr txBox="1"/>
          <p:nvPr>
            <p:ph idx="3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indent="-279400" lvl="1" marL="914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indent="-279400" lvl="2" marL="13716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indent="-279400" lvl="3" marL="18288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indent="-279400" lvl="4" marL="22860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indent="-279400" lvl="5" marL="27432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indent="-279400" lvl="6" marL="3200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indent="-279400" lvl="7" marL="36576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indent="-279400" lvl="8" marL="41148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2">
  <p:cSld name="TITLE_AND_BODY_1">
    <p:bg>
      <p:bgPr>
        <a:solidFill>
          <a:schemeClr val="dk1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8" name="Google Shape;198;p38"/>
          <p:cNvSpPr txBox="1"/>
          <p:nvPr>
            <p:ph idx="1" type="subTitle"/>
          </p:nvPr>
        </p:nvSpPr>
        <p:spPr>
          <a:xfrm>
            <a:off x="975300" y="1864050"/>
            <a:ext cx="7193400" cy="1415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/>
        </p:txBody>
      </p:sp>
      <p:sp>
        <p:nvSpPr>
          <p:cNvPr id="199" name="Google Shape;199;p38"/>
          <p:cNvSpPr txBox="1"/>
          <p:nvPr>
            <p:ph idx="2" type="body"/>
          </p:nvPr>
        </p:nvSpPr>
        <p:spPr>
          <a:xfrm>
            <a:off x="196951" y="196725"/>
            <a:ext cx="18603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0" name="Google Shape;200;p38"/>
          <p:cNvSpPr txBox="1"/>
          <p:nvPr>
            <p:ph idx="3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1pPr>
            <a:lvl2pPr indent="-279400" lvl="1" marL="914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indent="-279400" lvl="2" marL="13716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3pPr>
            <a:lvl4pPr indent="-279400" lvl="3" marL="18288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4pPr>
            <a:lvl5pPr indent="-279400" lvl="4" marL="22860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5pPr>
            <a:lvl6pPr indent="-279400" lvl="5" marL="27432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6pPr>
            <a:lvl7pPr indent="-279400" lvl="6" marL="3200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7pPr>
            <a:lvl8pPr indent="-279400" lvl="7" marL="36576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8pPr>
            <a:lvl9pPr indent="-279400" lvl="8" marL="41148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1" type="twoColTx">
  <p:cSld name="TITLE_AND_TWO_COLUMNS"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9"/>
          <p:cNvSpPr txBox="1"/>
          <p:nvPr>
            <p:ph type="title"/>
          </p:nvPr>
        </p:nvSpPr>
        <p:spPr>
          <a:xfrm>
            <a:off x="197375" y="1052750"/>
            <a:ext cx="3151800" cy="1632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/>
        </p:txBody>
      </p:sp>
      <p:sp>
        <p:nvSpPr>
          <p:cNvPr id="203" name="Google Shape;203;p39"/>
          <p:cNvSpPr txBox="1"/>
          <p:nvPr>
            <p:ph idx="1" type="body"/>
          </p:nvPr>
        </p:nvSpPr>
        <p:spPr>
          <a:xfrm>
            <a:off x="197375" y="2685650"/>
            <a:ext cx="3151800" cy="182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>
                <a:solidFill>
                  <a:schemeClr val="dk1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>
                <a:solidFill>
                  <a:schemeClr val="dk1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>
                <a:solidFill>
                  <a:schemeClr val="dk1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>
                <a:solidFill>
                  <a:schemeClr val="dk1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>
                <a:solidFill>
                  <a:schemeClr val="dk1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>
                <a:solidFill>
                  <a:schemeClr val="dk1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>
                <a:solidFill>
                  <a:schemeClr val="dk1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04" name="Google Shape;204;p3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5" name="Google Shape;205;p39"/>
          <p:cNvSpPr/>
          <p:nvPr>
            <p:ph idx="2" type="pic"/>
          </p:nvPr>
        </p:nvSpPr>
        <p:spPr>
          <a:xfrm>
            <a:off x="3726325" y="669925"/>
            <a:ext cx="5220900" cy="4276800"/>
          </a:xfrm>
          <a:prstGeom prst="round2DiagRect">
            <a:avLst>
              <a:gd fmla="val 16667" name="adj1"/>
              <a:gd fmla="val 0" name="adj2"/>
            </a:avLst>
          </a:prstGeom>
          <a:noFill/>
          <a:ln>
            <a:noFill/>
          </a:ln>
        </p:spPr>
      </p:sp>
      <p:sp>
        <p:nvSpPr>
          <p:cNvPr id="206" name="Google Shape;206;p39"/>
          <p:cNvSpPr txBox="1"/>
          <p:nvPr>
            <p:ph idx="3" type="body"/>
          </p:nvPr>
        </p:nvSpPr>
        <p:spPr>
          <a:xfrm>
            <a:off x="196951" y="196725"/>
            <a:ext cx="18606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07" name="Google Shape;207;p39"/>
          <p:cNvSpPr txBox="1"/>
          <p:nvPr>
            <p:ph idx="4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indent="-279400" lvl="1" marL="914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indent="-279400" lvl="2" marL="13716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indent="-279400" lvl="3" marL="18288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indent="-279400" lvl="4" marL="22860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indent="-279400" lvl="5" marL="27432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indent="-279400" lvl="6" marL="3200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indent="-279400" lvl="7" marL="36576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indent="-279400" lvl="8" marL="41148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2">
  <p:cSld name="TITLE_AND_TWO_COLUMNS_1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40"/>
          <p:cNvSpPr txBox="1"/>
          <p:nvPr>
            <p:ph type="title"/>
          </p:nvPr>
        </p:nvSpPr>
        <p:spPr>
          <a:xfrm>
            <a:off x="197375" y="1052750"/>
            <a:ext cx="3151800" cy="1632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0" name="Google Shape;210;p40"/>
          <p:cNvSpPr txBox="1"/>
          <p:nvPr>
            <p:ph idx="1" type="body"/>
          </p:nvPr>
        </p:nvSpPr>
        <p:spPr>
          <a:xfrm>
            <a:off x="197375" y="2685650"/>
            <a:ext cx="3151800" cy="182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1" name="Google Shape;211;p4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12" name="Google Shape;212;p40"/>
          <p:cNvSpPr/>
          <p:nvPr>
            <p:ph idx="2" type="pic"/>
          </p:nvPr>
        </p:nvSpPr>
        <p:spPr>
          <a:xfrm>
            <a:off x="3726325" y="669925"/>
            <a:ext cx="5220900" cy="4276800"/>
          </a:xfrm>
          <a:prstGeom prst="round2DiagRect">
            <a:avLst>
              <a:gd fmla="val 16667" name="adj1"/>
              <a:gd fmla="val 0" name="adj2"/>
            </a:avLst>
          </a:prstGeom>
          <a:noFill/>
          <a:ln>
            <a:noFill/>
          </a:ln>
        </p:spPr>
      </p:sp>
      <p:sp>
        <p:nvSpPr>
          <p:cNvPr id="213" name="Google Shape;213;p40"/>
          <p:cNvSpPr txBox="1"/>
          <p:nvPr>
            <p:ph idx="3" type="body"/>
          </p:nvPr>
        </p:nvSpPr>
        <p:spPr>
          <a:xfrm>
            <a:off x="196951" y="196725"/>
            <a:ext cx="18603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40"/>
          <p:cNvSpPr txBox="1"/>
          <p:nvPr>
            <p:ph idx="4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1pPr>
            <a:lvl2pPr indent="-279400" lvl="1" marL="914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indent="-279400" lvl="2" marL="13716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3pPr>
            <a:lvl4pPr indent="-279400" lvl="3" marL="18288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4pPr>
            <a:lvl5pPr indent="-279400" lvl="4" marL="22860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5pPr>
            <a:lvl6pPr indent="-279400" lvl="5" marL="27432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6pPr>
            <a:lvl7pPr indent="-279400" lvl="6" marL="3200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7pPr>
            <a:lvl8pPr indent="-279400" lvl="7" marL="36576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8pPr>
            <a:lvl9pPr indent="-279400" lvl="8" marL="41148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40"/>
          <p:cNvSpPr txBox="1"/>
          <p:nvPr>
            <p:ph idx="5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chart">
  <p:cSld name="SECTION_TITLE_AND_DESCRIPTION">
    <p:bg>
      <p:bgPr>
        <a:solidFill>
          <a:schemeClr val="lt2"/>
        </a:solid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41"/>
          <p:cNvSpPr/>
          <p:nvPr/>
        </p:nvSpPr>
        <p:spPr>
          <a:xfrm>
            <a:off x="4305000" y="-125"/>
            <a:ext cx="4839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218" name="Google Shape;218;p4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19" name="Google Shape;219;p41"/>
          <p:cNvSpPr txBox="1"/>
          <p:nvPr>
            <p:ph type="title"/>
          </p:nvPr>
        </p:nvSpPr>
        <p:spPr>
          <a:xfrm>
            <a:off x="197375" y="1052750"/>
            <a:ext cx="3151800" cy="1632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50"/>
              <a:buNone/>
              <a:defRPr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50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50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50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50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50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50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50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50"/>
              <a:buNone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20" name="Google Shape;220;p41"/>
          <p:cNvSpPr txBox="1"/>
          <p:nvPr>
            <p:ph idx="1" type="body"/>
          </p:nvPr>
        </p:nvSpPr>
        <p:spPr>
          <a:xfrm>
            <a:off x="197375" y="2685650"/>
            <a:ext cx="3151800" cy="182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21" name="Google Shape;221;p41"/>
          <p:cNvSpPr txBox="1"/>
          <p:nvPr>
            <p:ph idx="2" type="body"/>
          </p:nvPr>
        </p:nvSpPr>
        <p:spPr>
          <a:xfrm>
            <a:off x="196951" y="196725"/>
            <a:ext cx="18606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222" name="Google Shape;222;p41"/>
          <p:cNvSpPr txBox="1"/>
          <p:nvPr>
            <p:ph idx="3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1pPr>
            <a:lvl2pPr indent="-279400" lvl="1" marL="914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indent="-279400" lvl="2" marL="13716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3pPr>
            <a:lvl4pPr indent="-279400" lvl="3" marL="18288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4pPr>
            <a:lvl5pPr indent="-279400" lvl="4" marL="22860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5pPr>
            <a:lvl6pPr indent="-279400" lvl="5" marL="27432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6pPr>
            <a:lvl7pPr indent="-279400" lvl="6" marL="3200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7pPr>
            <a:lvl8pPr indent="-279400" lvl="7" marL="36576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8pPr>
            <a:lvl9pPr indent="-279400" lvl="8" marL="41148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ppendix">
  <p:cSld name="CAPTION_ONLY">
    <p:bg>
      <p:bgPr>
        <a:solidFill>
          <a:schemeClr val="lt2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25" name="Google Shape;225;p42"/>
          <p:cNvSpPr txBox="1"/>
          <p:nvPr>
            <p:ph idx="1" type="body"/>
          </p:nvPr>
        </p:nvSpPr>
        <p:spPr>
          <a:xfrm>
            <a:off x="203000" y="891450"/>
            <a:ext cx="2644800" cy="429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26" name="Google Shape;226;p42"/>
          <p:cNvSpPr txBox="1"/>
          <p:nvPr>
            <p:ph idx="2" type="body"/>
          </p:nvPr>
        </p:nvSpPr>
        <p:spPr>
          <a:xfrm>
            <a:off x="203000" y="132045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27" name="Google Shape;227;p42"/>
          <p:cNvSpPr txBox="1"/>
          <p:nvPr>
            <p:ph idx="3" type="body"/>
          </p:nvPr>
        </p:nvSpPr>
        <p:spPr>
          <a:xfrm>
            <a:off x="203000" y="158865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794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2794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2794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2794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2794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2794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2794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2794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28" name="Google Shape;228;p42"/>
          <p:cNvSpPr txBox="1"/>
          <p:nvPr>
            <p:ph idx="4" type="body"/>
          </p:nvPr>
        </p:nvSpPr>
        <p:spPr>
          <a:xfrm>
            <a:off x="203000" y="2206550"/>
            <a:ext cx="2644800" cy="429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29" name="Google Shape;229;p42"/>
          <p:cNvSpPr txBox="1"/>
          <p:nvPr>
            <p:ph idx="5" type="body"/>
          </p:nvPr>
        </p:nvSpPr>
        <p:spPr>
          <a:xfrm>
            <a:off x="203000" y="263555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30" name="Google Shape;230;p42"/>
          <p:cNvSpPr txBox="1"/>
          <p:nvPr>
            <p:ph idx="6" type="body"/>
          </p:nvPr>
        </p:nvSpPr>
        <p:spPr>
          <a:xfrm>
            <a:off x="203000" y="290375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794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2794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2794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2794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2794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2794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2794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2794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31" name="Google Shape;231;p42"/>
          <p:cNvSpPr txBox="1"/>
          <p:nvPr>
            <p:ph idx="7" type="body"/>
          </p:nvPr>
        </p:nvSpPr>
        <p:spPr>
          <a:xfrm>
            <a:off x="203000" y="3433400"/>
            <a:ext cx="2644800" cy="429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32" name="Google Shape;232;p42"/>
          <p:cNvSpPr txBox="1"/>
          <p:nvPr>
            <p:ph idx="8" type="body"/>
          </p:nvPr>
        </p:nvSpPr>
        <p:spPr>
          <a:xfrm>
            <a:off x="203000" y="386240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33" name="Google Shape;233;p42"/>
          <p:cNvSpPr txBox="1"/>
          <p:nvPr>
            <p:ph idx="9" type="body"/>
          </p:nvPr>
        </p:nvSpPr>
        <p:spPr>
          <a:xfrm>
            <a:off x="203000" y="413060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794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2794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2794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2794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2794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2794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2794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2794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34" name="Google Shape;234;p42"/>
          <p:cNvSpPr txBox="1"/>
          <p:nvPr>
            <p:ph idx="13" type="body"/>
          </p:nvPr>
        </p:nvSpPr>
        <p:spPr>
          <a:xfrm>
            <a:off x="3249600" y="891450"/>
            <a:ext cx="2644800" cy="429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35" name="Google Shape;235;p42"/>
          <p:cNvSpPr txBox="1"/>
          <p:nvPr>
            <p:ph idx="14" type="body"/>
          </p:nvPr>
        </p:nvSpPr>
        <p:spPr>
          <a:xfrm>
            <a:off x="3249600" y="132045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36" name="Google Shape;236;p42"/>
          <p:cNvSpPr txBox="1"/>
          <p:nvPr>
            <p:ph idx="15" type="body"/>
          </p:nvPr>
        </p:nvSpPr>
        <p:spPr>
          <a:xfrm>
            <a:off x="3249600" y="158865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794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2794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2794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2794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2794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2794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2794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2794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37" name="Google Shape;237;p42"/>
          <p:cNvSpPr txBox="1"/>
          <p:nvPr>
            <p:ph idx="16" type="body"/>
          </p:nvPr>
        </p:nvSpPr>
        <p:spPr>
          <a:xfrm>
            <a:off x="3249600" y="2206550"/>
            <a:ext cx="2644800" cy="429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38" name="Google Shape;238;p42"/>
          <p:cNvSpPr txBox="1"/>
          <p:nvPr>
            <p:ph idx="17" type="body"/>
          </p:nvPr>
        </p:nvSpPr>
        <p:spPr>
          <a:xfrm>
            <a:off x="3249600" y="263555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39" name="Google Shape;239;p42"/>
          <p:cNvSpPr txBox="1"/>
          <p:nvPr>
            <p:ph idx="18" type="body"/>
          </p:nvPr>
        </p:nvSpPr>
        <p:spPr>
          <a:xfrm>
            <a:off x="3249600" y="290375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794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2794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2794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2794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2794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2794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2794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2794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40" name="Google Shape;240;p42"/>
          <p:cNvSpPr txBox="1"/>
          <p:nvPr>
            <p:ph idx="19" type="body"/>
          </p:nvPr>
        </p:nvSpPr>
        <p:spPr>
          <a:xfrm>
            <a:off x="3249600" y="3433400"/>
            <a:ext cx="2644800" cy="429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41" name="Google Shape;241;p42"/>
          <p:cNvSpPr txBox="1"/>
          <p:nvPr>
            <p:ph idx="20" type="body"/>
          </p:nvPr>
        </p:nvSpPr>
        <p:spPr>
          <a:xfrm>
            <a:off x="3249600" y="386240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42" name="Google Shape;242;p42"/>
          <p:cNvSpPr txBox="1"/>
          <p:nvPr>
            <p:ph idx="21" type="body"/>
          </p:nvPr>
        </p:nvSpPr>
        <p:spPr>
          <a:xfrm>
            <a:off x="3249600" y="413060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794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2794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2794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2794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2794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2794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2794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2794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43" name="Google Shape;243;p42"/>
          <p:cNvSpPr txBox="1"/>
          <p:nvPr>
            <p:ph idx="22" type="body"/>
          </p:nvPr>
        </p:nvSpPr>
        <p:spPr>
          <a:xfrm>
            <a:off x="6296200" y="891450"/>
            <a:ext cx="2644800" cy="429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44" name="Google Shape;244;p42"/>
          <p:cNvSpPr txBox="1"/>
          <p:nvPr>
            <p:ph idx="23" type="body"/>
          </p:nvPr>
        </p:nvSpPr>
        <p:spPr>
          <a:xfrm>
            <a:off x="6296200" y="132045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45" name="Google Shape;245;p42"/>
          <p:cNvSpPr txBox="1"/>
          <p:nvPr>
            <p:ph idx="24" type="body"/>
          </p:nvPr>
        </p:nvSpPr>
        <p:spPr>
          <a:xfrm>
            <a:off x="6296200" y="158865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794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2794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2794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2794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2794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2794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2794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2794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46" name="Google Shape;246;p42"/>
          <p:cNvSpPr txBox="1"/>
          <p:nvPr>
            <p:ph idx="25" type="body"/>
          </p:nvPr>
        </p:nvSpPr>
        <p:spPr>
          <a:xfrm>
            <a:off x="6296200" y="2206550"/>
            <a:ext cx="2644800" cy="429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47" name="Google Shape;247;p42"/>
          <p:cNvSpPr txBox="1"/>
          <p:nvPr>
            <p:ph idx="26" type="body"/>
          </p:nvPr>
        </p:nvSpPr>
        <p:spPr>
          <a:xfrm>
            <a:off x="6296200" y="263555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48" name="Google Shape;248;p42"/>
          <p:cNvSpPr txBox="1"/>
          <p:nvPr>
            <p:ph idx="27" type="body"/>
          </p:nvPr>
        </p:nvSpPr>
        <p:spPr>
          <a:xfrm>
            <a:off x="6296200" y="290375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794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2794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2794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2794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2794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2794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2794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2794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49" name="Google Shape;249;p42"/>
          <p:cNvSpPr txBox="1"/>
          <p:nvPr>
            <p:ph idx="28" type="body"/>
          </p:nvPr>
        </p:nvSpPr>
        <p:spPr>
          <a:xfrm>
            <a:off x="6296200" y="3433400"/>
            <a:ext cx="2644800" cy="429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50" name="Google Shape;250;p42"/>
          <p:cNvSpPr txBox="1"/>
          <p:nvPr>
            <p:ph idx="29" type="body"/>
          </p:nvPr>
        </p:nvSpPr>
        <p:spPr>
          <a:xfrm>
            <a:off x="6296200" y="386240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3429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3429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3429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3429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3429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3429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3429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3429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51" name="Google Shape;251;p42"/>
          <p:cNvSpPr txBox="1"/>
          <p:nvPr>
            <p:ph idx="30" type="body"/>
          </p:nvPr>
        </p:nvSpPr>
        <p:spPr>
          <a:xfrm>
            <a:off x="6296200" y="4130600"/>
            <a:ext cx="2644800" cy="2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94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indent="-2794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indent="-2794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indent="-2794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indent="-2794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indent="-2794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indent="-2794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indent="-2794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252" name="Google Shape;252;p42"/>
          <p:cNvSpPr txBox="1"/>
          <p:nvPr>
            <p:ph idx="31" type="body"/>
          </p:nvPr>
        </p:nvSpPr>
        <p:spPr>
          <a:xfrm>
            <a:off x="196951" y="196725"/>
            <a:ext cx="18606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253" name="Google Shape;253;p42"/>
          <p:cNvSpPr txBox="1"/>
          <p:nvPr>
            <p:ph idx="32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 algn="r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algn="r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indent="-279400" lvl="2" marL="1371600" algn="r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algn="r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algn="r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algn="r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algn="r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algn="r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algn="r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blank">
  <p:cSld name="CUSTOM"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4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6" name="Google Shape;256;p43"/>
          <p:cNvSpPr txBox="1"/>
          <p:nvPr>
            <p:ph idx="1" type="body"/>
          </p:nvPr>
        </p:nvSpPr>
        <p:spPr>
          <a:xfrm>
            <a:off x="196951" y="196725"/>
            <a:ext cx="18603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57" name="Google Shape;257;p43"/>
          <p:cNvSpPr txBox="1"/>
          <p:nvPr>
            <p:ph idx="2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9400" lvl="0" marL="4572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indent="-279400" lvl="1" marL="914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indent="-279400" lvl="2" marL="13716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indent="-279400" lvl="3" marL="18288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indent="-279400" lvl="4" marL="22860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indent="-279400" lvl="5" marL="27432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indent="-279400" lvl="6" marL="3200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indent="-279400" lvl="7" marL="36576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indent="-279400" lvl="8" marL="41148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31.xml"/><Relationship Id="rId22" Type="http://schemas.openxmlformats.org/officeDocument/2006/relationships/slideLayout" Target="../slideLayouts/slideLayout33.xml"/><Relationship Id="rId21" Type="http://schemas.openxmlformats.org/officeDocument/2006/relationships/slideLayout" Target="../slideLayouts/slideLayout32.xml"/><Relationship Id="rId24" Type="http://schemas.openxmlformats.org/officeDocument/2006/relationships/slideLayout" Target="../slideLayouts/slideLayout35.xml"/><Relationship Id="rId23" Type="http://schemas.openxmlformats.org/officeDocument/2006/relationships/slideLayout" Target="../slideLayouts/slideLayout34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26" Type="http://schemas.openxmlformats.org/officeDocument/2006/relationships/slideLayout" Target="../slideLayouts/slideLayout37.xml"/><Relationship Id="rId25" Type="http://schemas.openxmlformats.org/officeDocument/2006/relationships/slideLayout" Target="../slideLayouts/slideLayout36.xml"/><Relationship Id="rId28" Type="http://schemas.openxmlformats.org/officeDocument/2006/relationships/slideLayout" Target="../slideLayouts/slideLayout39.xml"/><Relationship Id="rId27" Type="http://schemas.openxmlformats.org/officeDocument/2006/relationships/slideLayout" Target="../slideLayouts/slideLayout38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29" Type="http://schemas.openxmlformats.org/officeDocument/2006/relationships/slideLayout" Target="../slideLayouts/slideLayout40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31" Type="http://schemas.openxmlformats.org/officeDocument/2006/relationships/theme" Target="../theme/theme3.xml"/><Relationship Id="rId30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7.xml"/><Relationship Id="rId19" Type="http://schemas.openxmlformats.org/officeDocument/2006/relationships/slideLayout" Target="../slideLayouts/slideLayout30.xml"/><Relationship Id="rId18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b="1" sz="34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b="1" sz="34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b="1" sz="34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b="1" sz="34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b="1" sz="34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b="1" sz="34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b="1" sz="34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b="1" sz="34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b="1" sz="34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176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●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2794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DM Sans"/>
              <a:buChar char="○"/>
              <a:defRPr sz="8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■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●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○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■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●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○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■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124">
          <p15:clr>
            <a:srgbClr val="E46962"/>
          </p15:clr>
        </p15:guide>
        <p15:guide id="2" orient="horz" pos="124">
          <p15:clr>
            <a:srgbClr val="E46962"/>
          </p15:clr>
        </p15:guide>
        <p15:guide id="3" pos="5636">
          <p15:clr>
            <a:srgbClr val="E46962"/>
          </p15:clr>
        </p15:guide>
        <p15:guide id="4" orient="horz" pos="3116">
          <p15:clr>
            <a:srgbClr val="E46962"/>
          </p15:clr>
        </p15:guide>
        <p15:guide id="5" pos="1296">
          <p15:clr>
            <a:srgbClr val="E46962"/>
          </p15:clr>
        </p15:guide>
        <p15:guide id="6" pos="4465">
          <p15:clr>
            <a:srgbClr val="E46962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4"/>
          <p:cNvSpPr txBox="1"/>
          <p:nvPr>
            <p:ph idx="4" type="body"/>
          </p:nvPr>
        </p:nvSpPr>
        <p:spPr>
          <a:xfrm>
            <a:off x="8208751" y="196725"/>
            <a:ext cx="8124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04</a:t>
            </a:r>
            <a:r>
              <a:rPr lang="en"/>
              <a:t>.28.26</a:t>
            </a:r>
            <a:endParaRPr/>
          </a:p>
        </p:txBody>
      </p:sp>
      <p:sp>
        <p:nvSpPr>
          <p:cNvPr id="263" name="Google Shape;263;p44"/>
          <p:cNvSpPr txBox="1"/>
          <p:nvPr>
            <p:ph type="ctrTitle"/>
          </p:nvPr>
        </p:nvSpPr>
        <p:spPr>
          <a:xfrm>
            <a:off x="196950" y="223825"/>
            <a:ext cx="8011800" cy="18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Caffeine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Study</a:t>
            </a:r>
            <a:endParaRPr/>
          </a:p>
        </p:txBody>
      </p:sp>
      <p:sp>
        <p:nvSpPr>
          <p:cNvPr id="264" name="Google Shape;264;p44"/>
          <p:cNvSpPr txBox="1"/>
          <p:nvPr>
            <p:ph idx="2" type="subTitle"/>
          </p:nvPr>
        </p:nvSpPr>
        <p:spPr>
          <a:xfrm>
            <a:off x="196950" y="2171250"/>
            <a:ext cx="3986700" cy="55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Blake Dee</a:t>
            </a:r>
            <a:endParaRPr/>
          </a:p>
        </p:txBody>
      </p:sp>
      <p:pic>
        <p:nvPicPr>
          <p:cNvPr descr="Blue and green wave pattern. " id="265" name="Google Shape;265;p44"/>
          <p:cNvPicPr preferRelativeResize="0"/>
          <p:nvPr>
            <p:ph idx="3" type="pic"/>
          </p:nvPr>
        </p:nvPicPr>
        <p:blipFill rotWithShape="1">
          <a:blip r:embed="rId3">
            <a:alphaModFix/>
          </a:blip>
          <a:srcRect b="797" l="0" r="0" t="797"/>
          <a:stretch/>
        </p:blipFill>
        <p:spPr>
          <a:xfrm>
            <a:off x="4437578" y="2171250"/>
            <a:ext cx="4509600" cy="2775600"/>
          </a:xfrm>
          <a:prstGeom prst="round2DiagRect">
            <a:avLst>
              <a:gd fmla="val 16667" name="adj1"/>
              <a:gd fmla="val 0" name="adj2"/>
            </a:avLst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5"/>
          <p:cNvSpPr txBox="1"/>
          <p:nvPr>
            <p:ph idx="1" type="subTitle"/>
          </p:nvPr>
        </p:nvSpPr>
        <p:spPr>
          <a:xfrm>
            <a:off x="975300" y="1864050"/>
            <a:ext cx="7193400" cy="592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Research Question:</a:t>
            </a:r>
            <a:endParaRPr/>
          </a:p>
        </p:txBody>
      </p:sp>
      <p:sp>
        <p:nvSpPr>
          <p:cNvPr id="271" name="Google Shape;271;p45"/>
          <p:cNvSpPr txBox="1"/>
          <p:nvPr>
            <p:ph idx="2" type="body"/>
          </p:nvPr>
        </p:nvSpPr>
        <p:spPr>
          <a:xfrm>
            <a:off x="196951" y="196725"/>
            <a:ext cx="18591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Defining the Problem</a:t>
            </a:r>
            <a:endParaRPr/>
          </a:p>
        </p:txBody>
      </p:sp>
      <p:sp>
        <p:nvSpPr>
          <p:cNvPr id="272" name="Google Shape;272;p45"/>
          <p:cNvSpPr txBox="1"/>
          <p:nvPr>
            <p:ph idx="3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Caffeine Study</a:t>
            </a:r>
            <a:endParaRPr/>
          </a:p>
        </p:txBody>
      </p:sp>
      <p:sp>
        <p:nvSpPr>
          <p:cNvPr id="273" name="Google Shape;273;p45"/>
          <p:cNvSpPr txBox="1"/>
          <p:nvPr/>
        </p:nvSpPr>
        <p:spPr>
          <a:xfrm>
            <a:off x="1367100" y="2811675"/>
            <a:ext cx="6801600" cy="81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>
                <a:solidFill>
                  <a:srgbClr val="595959"/>
                </a:solidFill>
              </a:rPr>
              <a:t>Does my caffeine intake differ between school days and days that I work during the week?</a:t>
            </a:r>
            <a:endParaRPr sz="1600">
              <a:solidFill>
                <a:schemeClr val="dk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6"/>
          <p:cNvSpPr txBox="1"/>
          <p:nvPr>
            <p:ph type="title"/>
          </p:nvPr>
        </p:nvSpPr>
        <p:spPr>
          <a:xfrm>
            <a:off x="242050" y="405825"/>
            <a:ext cx="3151800" cy="629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</a:t>
            </a:r>
            <a:endParaRPr/>
          </a:p>
        </p:txBody>
      </p:sp>
      <p:sp>
        <p:nvSpPr>
          <p:cNvPr id="279" name="Google Shape;279;p46"/>
          <p:cNvSpPr txBox="1"/>
          <p:nvPr>
            <p:ph idx="1" type="body"/>
          </p:nvPr>
        </p:nvSpPr>
        <p:spPr>
          <a:xfrm>
            <a:off x="196950" y="1093175"/>
            <a:ext cx="3151800" cy="33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595959"/>
                </a:solidFill>
                <a:latin typeface="Merriweather"/>
                <a:ea typeface="Merriweather"/>
                <a:cs typeface="Merriweather"/>
                <a:sym typeface="Merriweather"/>
              </a:rPr>
              <a:t>22 Observations (              )</a:t>
            </a:r>
            <a:endParaRPr sz="1200">
              <a:solidFill>
                <a:srgbClr val="595959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595959"/>
                </a:solidFill>
                <a:latin typeface="Merriweather"/>
                <a:ea typeface="Merriweather"/>
                <a:cs typeface="Merriweather"/>
                <a:sym typeface="Merriweather"/>
              </a:rPr>
              <a:t>Variables:</a:t>
            </a:r>
            <a:endParaRPr sz="1200">
              <a:solidFill>
                <a:srgbClr val="595959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Merriweather"/>
              <a:buChar char="●"/>
            </a:pPr>
            <a:r>
              <a:rPr lang="en" sz="1200">
                <a:solidFill>
                  <a:srgbClr val="595959"/>
                </a:solidFill>
                <a:latin typeface="Merriweather"/>
                <a:ea typeface="Merriweather"/>
                <a:cs typeface="Merriweather"/>
                <a:sym typeface="Merriweather"/>
              </a:rPr>
              <a:t>Type of day </a:t>
            </a:r>
            <a:endParaRPr sz="1200">
              <a:solidFill>
                <a:srgbClr val="595959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Merriweather"/>
              <a:buChar char="○"/>
            </a:pPr>
            <a:r>
              <a:rPr lang="en" sz="1200">
                <a:solidFill>
                  <a:srgbClr val="595959"/>
                </a:solidFill>
                <a:latin typeface="Merriweather"/>
                <a:ea typeface="Merriweather"/>
                <a:cs typeface="Merriweather"/>
                <a:sym typeface="Merriweather"/>
              </a:rPr>
              <a:t>work or school</a:t>
            </a:r>
            <a:endParaRPr sz="1200">
              <a:solidFill>
                <a:srgbClr val="595959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595959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Merriweather"/>
              <a:buChar char="●"/>
            </a:pPr>
            <a:r>
              <a:rPr lang="en" sz="1200">
                <a:solidFill>
                  <a:srgbClr val="595959"/>
                </a:solidFill>
                <a:latin typeface="Merriweather"/>
                <a:ea typeface="Merriweather"/>
                <a:cs typeface="Merriweather"/>
                <a:sym typeface="Merriweather"/>
              </a:rPr>
              <a:t>Amount of caffeine consumed (mg)</a:t>
            </a:r>
            <a:endParaRPr sz="1200">
              <a:solidFill>
                <a:srgbClr val="595959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Merriweather"/>
              <a:buChar char="○"/>
            </a:pPr>
            <a:r>
              <a:rPr lang="en" sz="1200">
                <a:solidFill>
                  <a:srgbClr val="595959"/>
                </a:solidFill>
                <a:latin typeface="Merriweather"/>
                <a:ea typeface="Merriweather"/>
                <a:cs typeface="Merriweather"/>
                <a:sym typeface="Merriweather"/>
              </a:rPr>
              <a:t>Used this spreadsheet to track</a:t>
            </a:r>
            <a:endParaRPr sz="1200">
              <a:solidFill>
                <a:srgbClr val="595959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80" name="Google Shape;280;p46"/>
          <p:cNvSpPr txBox="1"/>
          <p:nvPr>
            <p:ph idx="3" type="body"/>
          </p:nvPr>
        </p:nvSpPr>
        <p:spPr>
          <a:xfrm>
            <a:off x="196951" y="196725"/>
            <a:ext cx="18606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Data</a:t>
            </a:r>
            <a:endParaRPr/>
          </a:p>
        </p:txBody>
      </p:sp>
      <p:sp>
        <p:nvSpPr>
          <p:cNvPr id="281" name="Google Shape;281;p46"/>
          <p:cNvSpPr txBox="1"/>
          <p:nvPr>
            <p:ph idx="4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Caffeine Study</a:t>
            </a:r>
            <a:endParaRPr/>
          </a:p>
        </p:txBody>
      </p:sp>
      <p:pic>
        <p:nvPicPr>
          <p:cNvPr id="282" name="Google Shape;282;p46" title="{&quot;red&quot;:89,&quot;green&quot;:89,&quot;blue&quot;:89,&quot;origURL&quot;:&quot;https://www.codecogs.com/eqnedit.php?latex=n%3D22#0&quot;,&quot;size&quot;:12,&quot;width&quot;:248.17322834645668,&quot;height&quot;:143.50393700787401}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78488" y="1227290"/>
            <a:ext cx="478917" cy="11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47775" y="180238"/>
            <a:ext cx="3388876" cy="47830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7"/>
          <p:cNvSpPr txBox="1"/>
          <p:nvPr>
            <p:ph idx="1" type="subTitle"/>
          </p:nvPr>
        </p:nvSpPr>
        <p:spPr>
          <a:xfrm>
            <a:off x="975300" y="648725"/>
            <a:ext cx="7193400" cy="592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Hypothesis</a:t>
            </a:r>
            <a:endParaRPr/>
          </a:p>
        </p:txBody>
      </p:sp>
      <p:sp>
        <p:nvSpPr>
          <p:cNvPr id="289" name="Google Shape;289;p47"/>
          <p:cNvSpPr txBox="1"/>
          <p:nvPr>
            <p:ph idx="2" type="body"/>
          </p:nvPr>
        </p:nvSpPr>
        <p:spPr>
          <a:xfrm>
            <a:off x="196951" y="196725"/>
            <a:ext cx="18603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Forming a Hypothesis</a:t>
            </a:r>
            <a:endParaRPr/>
          </a:p>
        </p:txBody>
      </p:sp>
      <p:sp>
        <p:nvSpPr>
          <p:cNvPr id="290" name="Google Shape;290;p47"/>
          <p:cNvSpPr txBox="1"/>
          <p:nvPr>
            <p:ph idx="3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None/>
            </a:pPr>
            <a:r>
              <a:rPr lang="en">
                <a:solidFill>
                  <a:schemeClr val="accent3"/>
                </a:solidFill>
              </a:rPr>
              <a:t>Caffeine Study</a:t>
            </a:r>
            <a:endParaRPr>
              <a:solidFill>
                <a:schemeClr val="accent3"/>
              </a:solidFill>
            </a:endParaRPr>
          </a:p>
        </p:txBody>
      </p:sp>
      <p:sp>
        <p:nvSpPr>
          <p:cNvPr id="291" name="Google Shape;291;p47"/>
          <p:cNvSpPr txBox="1"/>
          <p:nvPr/>
        </p:nvSpPr>
        <p:spPr>
          <a:xfrm>
            <a:off x="975300" y="1415500"/>
            <a:ext cx="7193400" cy="267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accent3"/>
                </a:solidFill>
                <a:latin typeface="DM Sans"/>
                <a:ea typeface="DM Sans"/>
                <a:cs typeface="DM Sans"/>
                <a:sym typeface="DM Sans"/>
              </a:rPr>
              <a:t>Claim: There is no difference in average daily caffeine intake between school days and work days.</a:t>
            </a:r>
            <a:endParaRPr sz="1800">
              <a:solidFill>
                <a:schemeClr val="accent3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accent3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accent3"/>
                </a:solidFill>
                <a:latin typeface="DM Sans"/>
                <a:ea typeface="DM Sans"/>
                <a:cs typeface="DM Sans"/>
                <a:sym typeface="DM Sans"/>
              </a:rPr>
              <a:t>Variables:</a:t>
            </a:r>
            <a:endParaRPr sz="1800">
              <a:solidFill>
                <a:schemeClr val="accent3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accent3"/>
                </a:solidFill>
                <a:latin typeface="DM Sans"/>
                <a:ea typeface="DM Sans"/>
                <a:cs typeface="DM Sans"/>
                <a:sym typeface="DM Sans"/>
              </a:rPr>
              <a:t>	Dependent: Caffeine Consumed (mg)</a:t>
            </a:r>
            <a:endParaRPr sz="1800">
              <a:solidFill>
                <a:schemeClr val="accent3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accent3"/>
                </a:solidFill>
                <a:latin typeface="DM Sans"/>
                <a:ea typeface="DM Sans"/>
                <a:cs typeface="DM Sans"/>
                <a:sym typeface="DM Sans"/>
              </a:rPr>
              <a:t>	Independent: Type of day (school or work)</a:t>
            </a:r>
            <a:endParaRPr sz="1800">
              <a:solidFill>
                <a:schemeClr val="accent3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8"/>
          <p:cNvSpPr txBox="1"/>
          <p:nvPr>
            <p:ph type="title"/>
          </p:nvPr>
        </p:nvSpPr>
        <p:spPr>
          <a:xfrm>
            <a:off x="197375" y="600075"/>
            <a:ext cx="3151800" cy="106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Hypothesis Testing:</a:t>
            </a:r>
            <a:endParaRPr/>
          </a:p>
        </p:txBody>
      </p:sp>
      <p:sp>
        <p:nvSpPr>
          <p:cNvPr id="297" name="Google Shape;297;p48"/>
          <p:cNvSpPr txBox="1"/>
          <p:nvPr>
            <p:ph idx="1" type="body"/>
          </p:nvPr>
        </p:nvSpPr>
        <p:spPr>
          <a:xfrm>
            <a:off x="197375" y="1661475"/>
            <a:ext cx="3151800" cy="284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Arial"/>
              <a:buNone/>
            </a:pPr>
            <a:r>
              <a:rPr lang="en"/>
              <a:t>Null Hypothesis: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Arial"/>
              <a:buNone/>
            </a:pPr>
            <a:r>
              <a:rPr lang="en"/>
              <a:t>Alternative Hypothesis: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Arial"/>
              <a:buNone/>
            </a:pPr>
            <a:r>
              <a:rPr lang="en"/>
              <a:t>Testing: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chemeClr val="accent3"/>
              </a:buClr>
              <a:buSzPts val="1100"/>
              <a:buFont typeface="Arial"/>
              <a:buNone/>
            </a:pPr>
            <a:r>
              <a:rPr lang="en" sz="2200"/>
              <a:t>2 sample t-test</a:t>
            </a:r>
            <a:endParaRPr sz="2200"/>
          </a:p>
        </p:txBody>
      </p:sp>
      <p:sp>
        <p:nvSpPr>
          <p:cNvPr id="298" name="Google Shape;298;p48"/>
          <p:cNvSpPr txBox="1"/>
          <p:nvPr>
            <p:ph idx="2" type="body"/>
          </p:nvPr>
        </p:nvSpPr>
        <p:spPr>
          <a:xfrm>
            <a:off x="196951" y="196725"/>
            <a:ext cx="18606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Hypothesis Testing</a:t>
            </a:r>
            <a:endParaRPr/>
          </a:p>
        </p:txBody>
      </p:sp>
      <p:sp>
        <p:nvSpPr>
          <p:cNvPr id="299" name="Google Shape;299;p48"/>
          <p:cNvSpPr txBox="1"/>
          <p:nvPr>
            <p:ph idx="3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Caffeine Study</a:t>
            </a:r>
            <a:endParaRPr/>
          </a:p>
        </p:txBody>
      </p:sp>
      <p:pic>
        <p:nvPicPr>
          <p:cNvPr descr="Blue and green wave pattern. " id="300" name="Google Shape;300;p48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473" l="21646" r="17924" t="146"/>
          <a:stretch/>
        </p:blipFill>
        <p:spPr>
          <a:xfrm rot="5400000">
            <a:off x="4575925" y="583125"/>
            <a:ext cx="4289700" cy="4323600"/>
          </a:xfrm>
          <a:prstGeom prst="round2DiagRect">
            <a:avLst>
              <a:gd fmla="val 16667" name="adj1"/>
              <a:gd fmla="val 0" name="adj2"/>
            </a:avLst>
          </a:prstGeom>
          <a:noFill/>
          <a:ln>
            <a:noFill/>
          </a:ln>
        </p:spPr>
      </p:pic>
      <p:pic>
        <p:nvPicPr>
          <p:cNvPr id="301" name="Google Shape;301;p48" title="{&quot;red&quot;:18,&quot;green&quot;:18,&quot;blue&quot;:18,&quot;origURL&quot;:&quot;https://www.codecogs.com/eqnedit.php?latex=H_0%3A%20%5C%20%5Cmu_%7Bschool%7D%20%3D%20%5Cmu_%7Bwork%7D#0&quot;,&quot;size&quot;:10,&quot;width&quot;:248.17322834645668,&quot;height&quot;:224.1496062992126}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7375" y="2140050"/>
            <a:ext cx="2769126" cy="296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48" title="{&quot;red&quot;:18,&quot;green&quot;:18,&quot;blue&quot;:18,&quot;origURL&quot;:&quot;https://www.codecogs.com/eqnedit.php?latex=H_%5Calpha%3A%20%5C%20%5Cmu_%7Bschool%7D%20%5Cneq%20%5Cmu_%7Bwork%7D#0&quot;,&quot;size&quot;:10,&quot;width&quot;:248.17322834645668,&quot;height&quot;:224.1496062992126}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97375" y="2931738"/>
            <a:ext cx="2769125" cy="3061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49"/>
          <p:cNvSpPr txBox="1"/>
          <p:nvPr>
            <p:ph type="title"/>
          </p:nvPr>
        </p:nvSpPr>
        <p:spPr>
          <a:xfrm>
            <a:off x="197375" y="525700"/>
            <a:ext cx="3151800" cy="10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Hypothesis Testing:</a:t>
            </a:r>
            <a:endParaRPr/>
          </a:p>
        </p:txBody>
      </p:sp>
      <p:sp>
        <p:nvSpPr>
          <p:cNvPr id="308" name="Google Shape;308;p49"/>
          <p:cNvSpPr txBox="1"/>
          <p:nvPr>
            <p:ph idx="1" type="body"/>
          </p:nvPr>
        </p:nvSpPr>
        <p:spPr>
          <a:xfrm>
            <a:off x="197375" y="1713275"/>
            <a:ext cx="3151800" cy="279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 Statistic</a:t>
            </a:r>
            <a:endParaRPr/>
          </a:p>
          <a:p>
            <a:pPr indent="-292100" lvl="0" marL="457200" rtl="0" algn="l">
              <a:spcBef>
                <a:spcPts val="1200"/>
              </a:spcBef>
              <a:spcAft>
                <a:spcPts val="0"/>
              </a:spcAft>
              <a:buSzPts val="1000"/>
              <a:buChar char="●"/>
            </a:pPr>
            <a:r>
              <a:rPr lang="en"/>
              <a:t>T= -0.29879</a:t>
            </a:r>
            <a:endParaRPr/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/>
              <a:t>P-value: 0.7683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Using a </a:t>
            </a:r>
            <a:r>
              <a:rPr lang="en"/>
              <a:t>significance</a:t>
            </a:r>
            <a:r>
              <a:rPr lang="en"/>
              <a:t> level of 0,05, we fail to reject the null hypothesis,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49"/>
          <p:cNvSpPr txBox="1"/>
          <p:nvPr>
            <p:ph idx="2" type="body"/>
          </p:nvPr>
        </p:nvSpPr>
        <p:spPr>
          <a:xfrm>
            <a:off x="196951" y="196725"/>
            <a:ext cx="18606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Hypothesis Testing</a:t>
            </a:r>
            <a:endParaRPr/>
          </a:p>
        </p:txBody>
      </p:sp>
      <p:sp>
        <p:nvSpPr>
          <p:cNvPr id="310" name="Google Shape;310;p49"/>
          <p:cNvSpPr txBox="1"/>
          <p:nvPr>
            <p:ph idx="3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Caffeine Study</a:t>
            </a:r>
            <a:endParaRPr/>
          </a:p>
        </p:txBody>
      </p:sp>
      <p:pic>
        <p:nvPicPr>
          <p:cNvPr id="311" name="Google Shape;311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12813" y="3363650"/>
            <a:ext cx="6318375" cy="158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50"/>
          <p:cNvSpPr txBox="1"/>
          <p:nvPr>
            <p:ph type="title"/>
          </p:nvPr>
        </p:nvSpPr>
        <p:spPr>
          <a:xfrm>
            <a:off x="1555950" y="405825"/>
            <a:ext cx="6032100" cy="69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Drawing a Conclusion</a:t>
            </a:r>
            <a:endParaRPr/>
          </a:p>
        </p:txBody>
      </p:sp>
      <p:sp>
        <p:nvSpPr>
          <p:cNvPr id="317" name="Google Shape;317;p50"/>
          <p:cNvSpPr txBox="1"/>
          <p:nvPr>
            <p:ph idx="1" type="body"/>
          </p:nvPr>
        </p:nvSpPr>
        <p:spPr>
          <a:xfrm>
            <a:off x="568350" y="1104225"/>
            <a:ext cx="3758100" cy="182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/>
              <a:t>Since the p-value, 0.7683, is greater than 0.05, we fail to reject the null hypothesis.</a:t>
            </a:r>
            <a:endParaRPr sz="225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250"/>
              <a:t>There is not enough evidence to support the claim that the mean caffeine intake on school days is different to that of work days.</a:t>
            </a:r>
            <a:endParaRPr sz="2250"/>
          </a:p>
        </p:txBody>
      </p:sp>
      <p:sp>
        <p:nvSpPr>
          <p:cNvPr id="318" name="Google Shape;318;p5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9" name="Google Shape;319;p50"/>
          <p:cNvSpPr txBox="1"/>
          <p:nvPr>
            <p:ph idx="3" type="body"/>
          </p:nvPr>
        </p:nvSpPr>
        <p:spPr>
          <a:xfrm>
            <a:off x="196951" y="196725"/>
            <a:ext cx="18603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Drawing a Conclusion</a:t>
            </a:r>
            <a:endParaRPr/>
          </a:p>
        </p:txBody>
      </p:sp>
      <p:sp>
        <p:nvSpPr>
          <p:cNvPr id="320" name="Google Shape;320;p50"/>
          <p:cNvSpPr txBox="1"/>
          <p:nvPr>
            <p:ph idx="4" type="body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Caffeine Study</a:t>
            </a:r>
            <a:endParaRPr/>
          </a:p>
        </p:txBody>
      </p:sp>
      <p:pic>
        <p:nvPicPr>
          <p:cNvPr id="321" name="Google Shape;321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1" y="1104232"/>
            <a:ext cx="4041599" cy="25813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cience Presentation">
  <a:themeElements>
    <a:clrScheme name="Simple Light">
      <a:dk1>
        <a:srgbClr val="005088"/>
      </a:dk1>
      <a:lt1>
        <a:srgbClr val="F3F0DF"/>
      </a:lt1>
      <a:dk2>
        <a:srgbClr val="121212"/>
      </a:dk2>
      <a:lt2>
        <a:srgbClr val="D0E0E3"/>
      </a:lt2>
      <a:accent1>
        <a:srgbClr val="11CAA0"/>
      </a:accent1>
      <a:accent2>
        <a:srgbClr val="6D6D6B"/>
      </a:accent2>
      <a:accent3>
        <a:srgbClr val="FFFFFF"/>
      </a:accent3>
      <a:accent4>
        <a:srgbClr val="656839"/>
      </a:accent4>
      <a:accent5>
        <a:srgbClr val="774936"/>
      </a:accent5>
      <a:accent6>
        <a:srgbClr val="C492B1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